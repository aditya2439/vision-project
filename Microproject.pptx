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750" r:id="rId3"/>
  </p:sldMasterIdLst>
  <p:sldIdLst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C9809-8936-596F-6C18-1376DC738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353AA-0DAA-5BFE-F18F-AD642D679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F9A6B-CE8B-D3F7-AFA5-23DF9547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45CA8-C0B6-3D76-F9EF-0DB275560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F7262-CF6F-39C2-D575-8F251D9C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41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4207-6118-77D4-9181-94AC468C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7124F-072B-BD28-8976-6BB66BB88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F62AD-85B9-DEE4-B8BE-FB438E7C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328EA-03A4-BDC9-CF7A-49C0BDCE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F48B3-BD60-3BE8-F9AD-C0130748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65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DD5F-BEA1-8E22-7A61-A16072433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D3837-45CA-9DF0-AF55-FC62CD68F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8C689-53B7-A1BE-0512-21A372DF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8E872-D9FF-B232-3D9A-6796F8560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F7C05-9EC1-6284-B417-E6CF5E45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19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D64D3-C505-108E-D7F4-B90D36BC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8456F-302D-38D1-4E75-44AD745C5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1D00B-9D40-89BD-4AB5-530A5C0F2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31818-5468-0CF2-D777-ABB04E33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587F7-D6CF-F127-4E89-77A038323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53661-4AEB-524A-58CF-AAC8AA9F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53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D60F-4A7B-AAA5-7445-3A6C4AFD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A7EB1-89DA-0F33-86B0-F2997200E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5F907-DB4E-5531-C5C4-77C0AC5B5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04246-9C02-AB05-BA4F-B55CE064A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AF8D8-EA1E-C234-CFDA-DB85179EA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D42ABF-7D55-8EB3-F13D-F4CEB956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89BAE6-5AD7-8DB9-870E-A873BDEC3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04B3A-7B3E-94D2-9F28-F0587164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322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4190-D8F1-5918-EAF2-EB4A8E6FF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F8AA5-65B9-7A2E-BA32-DECC3BFD3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17022-5D56-DF4E-D9D4-EBFB8DA36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FF0AE-66C5-5710-652D-177E6195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95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EAA26E-061C-B640-3BE1-FA35875B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69777-D896-6691-885B-0649B9A3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7F39E-C9A2-EB78-D3D0-CFED7ECD3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171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500A-94C6-EB3E-5A3D-23C590E26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8D52B-70B7-EEDC-1E07-3BA817793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1A06E-08CF-37F1-D834-11CEC18E7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475AB-C0DF-8C33-954E-F0F7FF73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99330-CF80-791E-F26A-3C366C222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95EA1-84F3-FA7C-53F8-2D435EADD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48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B7D4-80E8-256C-300D-F630FC76D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E840CF-D1EB-6F12-3BBE-CED862D2A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A741A-9411-A778-9DD0-2C4227228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31DEE-9EBA-DE32-824D-319216A6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B6D7C-5495-50E1-32AD-52D91CEA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C1B66-88C1-D773-22D8-CAD5756F7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94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83694-9BB5-7B3F-2708-2B2BF4C18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4D3B8-B493-BF74-C09B-16A4252CB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E955D-91F8-A701-6C97-ABC72048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64E9B-820B-FC46-309E-81122DA6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0E30E-9128-498B-3ED1-D873913E9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629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6960A-B096-1780-99F7-A4FCB0EE8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7FF00-FD33-696B-9E6F-5FED35935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E8DD5-46C0-B848-90EA-DD56E9D01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5810C-7115-9675-3A2C-B029C73E4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8A1EF-C3A8-1F92-5426-83150295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515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457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970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261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083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13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19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043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4252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3661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869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6067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3928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72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4344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7150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4263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9581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1772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5712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7690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1289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1053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4924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1130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4415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857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4146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4657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7213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61679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6571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1066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063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1AD773-98B8-50E5-373C-8DCFBD6E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00C7E-970D-38B8-14D0-1E43096BC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173CC-DF15-5844-F795-9EEEEB5BB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988B7-D327-D7D3-B7E5-DBD939404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8CEAF-9598-D179-CFE1-443084033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44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00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E5424-F1BD-420B-9E7E-4CD4225805D1}" type="datetimeFigureOut">
              <a:rPr lang="en-IN" smtClean="0"/>
              <a:t>07-05-2025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157FAC3-D378-4813-B740-C0ABAFA5A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9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aisoni Education Employees, Location, Alumni | LinkedIn">
            <a:extLst>
              <a:ext uri="{FF2B5EF4-FFF2-40B4-BE49-F238E27FC236}">
                <a16:creationId xmlns:a16="http://schemas.microsoft.com/office/drawing/2014/main" id="{77B848CB-E407-AE2D-A446-7DE5691A9F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83" b="28614"/>
          <a:stretch/>
        </p:blipFill>
        <p:spPr bwMode="auto">
          <a:xfrm>
            <a:off x="9601201" y="76200"/>
            <a:ext cx="2506471" cy="125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6EC853-4939-902C-FFE4-7A00AECA1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21" y="109330"/>
            <a:ext cx="2075880" cy="1186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871095-45BD-9922-161D-336435B9E289}"/>
              </a:ext>
            </a:extLst>
          </p:cNvPr>
          <p:cNvSpPr txBox="1"/>
          <p:nvPr/>
        </p:nvSpPr>
        <p:spPr>
          <a:xfrm>
            <a:off x="2427899" y="43776"/>
            <a:ext cx="7106433" cy="1282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 H </a:t>
            </a:r>
            <a:r>
              <a:rPr lang="en-US" sz="2133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Raisoni</a:t>
            </a: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College of Engineering and Management, Pune</a:t>
            </a:r>
          </a:p>
          <a:p>
            <a:pPr algn="ctr"/>
            <a:r>
              <a:rPr lang="en-US" sz="18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Autonomous Institute </a:t>
            </a:r>
            <a:r>
              <a:rPr lang="en-US" sz="1867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Affilated</a:t>
            </a:r>
            <a:r>
              <a:rPr lang="en-US" sz="18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Savitribai Phule Pune University</a:t>
            </a:r>
          </a:p>
          <a:p>
            <a:pPr algn="ctr"/>
            <a:r>
              <a:rPr lang="en-US" sz="18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Gat No. 1200, </a:t>
            </a:r>
            <a:r>
              <a:rPr lang="en-US" sz="1867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Domkhel</a:t>
            </a:r>
            <a:r>
              <a:rPr lang="en-US" sz="18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Road, </a:t>
            </a:r>
            <a:r>
              <a:rPr lang="en-US" sz="1867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Wagholi</a:t>
            </a:r>
            <a:r>
              <a:rPr lang="en-US" sz="18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Pune – 412207</a:t>
            </a:r>
          </a:p>
          <a:p>
            <a:pPr algn="ctr"/>
            <a:r>
              <a:rPr lang="en-US" sz="1867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NAAC A+ Grade and NBA Accredited</a:t>
            </a:r>
            <a:endParaRPr lang="en-IN" sz="1867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629702-D51F-AF46-2F8D-FFBB32E1186B}"/>
              </a:ext>
            </a:extLst>
          </p:cNvPr>
          <p:cNvSpPr txBox="1"/>
          <p:nvPr/>
        </p:nvSpPr>
        <p:spPr>
          <a:xfrm>
            <a:off x="2743927" y="1542111"/>
            <a:ext cx="6710202" cy="12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67" marR="3387" algn="ctr">
              <a:lnSpc>
                <a:spcPct val="117300"/>
              </a:lnSpc>
              <a:spcBef>
                <a:spcPts val="63"/>
              </a:spcBef>
            </a:pP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</a:t>
            </a:r>
            <a:r>
              <a:rPr lang="en-US" sz="2133" b="1" spc="-1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133" b="1" spc="-13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Electronics and Telecommunication</a:t>
            </a:r>
            <a:r>
              <a:rPr lang="en-US" sz="2133" b="1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8467" marR="3387" algn="ctr">
              <a:lnSpc>
                <a:spcPct val="117300"/>
              </a:lnSpc>
              <a:spcBef>
                <a:spcPts val="63"/>
              </a:spcBef>
            </a:pP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:</a:t>
            </a:r>
            <a:r>
              <a:rPr lang="en-US" sz="2133" b="1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Microproject</a:t>
            </a:r>
            <a:endParaRPr lang="en-US" sz="213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450"/>
              </a:spcBef>
            </a:pPr>
            <a:r>
              <a:rPr lang="en-US" sz="213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en-US" sz="2133" b="1" spc="-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: 23UECELP2401</a:t>
            </a:r>
            <a:endParaRPr lang="en-IN" sz="213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ACC2D-064C-543A-196D-F9A5FAE6F0BB}"/>
              </a:ext>
            </a:extLst>
          </p:cNvPr>
          <p:cNvSpPr txBox="1"/>
          <p:nvPr/>
        </p:nvSpPr>
        <p:spPr>
          <a:xfrm>
            <a:off x="2773513" y="3007796"/>
            <a:ext cx="6738753" cy="1287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13"/>
              </a:spcBef>
            </a:pPr>
            <a:r>
              <a:rPr lang="en-US" sz="2267" b="1" spc="-127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b="1" u="sng" kern="100" dirty="0">
                <a:effectLst/>
                <a:latin typeface="Baskerville Old Face" panose="020206020805050203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Hand Gesture-Based LED Control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algn="ctr">
              <a:spcBef>
                <a:spcPts val="513"/>
              </a:spcBef>
            </a:pPr>
            <a:endParaRPr lang="en-US" sz="2267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450"/>
              </a:spcBef>
            </a:pPr>
            <a:r>
              <a:rPr lang="en-US" sz="2267" b="1" spc="-90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67" b="1" dirty="0" err="1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Acadamic</a:t>
            </a:r>
            <a:r>
              <a:rPr lang="en-US" sz="2267" b="1" spc="47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67" b="1" spc="-17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 : 2024-</a:t>
            </a:r>
            <a:r>
              <a:rPr lang="en-US" sz="2267" b="1" spc="27" dirty="0"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</a:t>
            </a:r>
            <a:endParaRPr lang="en-US" sz="2267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CE9C66-3204-C21C-AAF7-4B0C09343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622392"/>
              </p:ext>
            </p:extLst>
          </p:nvPr>
        </p:nvGraphicFramePr>
        <p:xfrm>
          <a:off x="3276914" y="3657554"/>
          <a:ext cx="5570101" cy="1463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2795">
                  <a:extLst>
                    <a:ext uri="{9D8B030D-6E8A-4147-A177-3AD203B41FA5}">
                      <a16:colId xmlns:a16="http://schemas.microsoft.com/office/drawing/2014/main" val="1940369507"/>
                    </a:ext>
                  </a:extLst>
                </a:gridCol>
                <a:gridCol w="3637306">
                  <a:extLst>
                    <a:ext uri="{9D8B030D-6E8A-4147-A177-3AD203B41FA5}">
                      <a16:colId xmlns:a16="http://schemas.microsoft.com/office/drawing/2014/main" val="2372831118"/>
                    </a:ext>
                  </a:extLst>
                </a:gridCol>
              </a:tblGrid>
              <a:tr h="1885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No.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503399"/>
                  </a:ext>
                </a:extLst>
              </a:tr>
              <a:tr h="2523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Abhijeet S. Chavan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06603"/>
                  </a:ext>
                </a:extLst>
              </a:tr>
              <a:tr h="3202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Aditya D. </a:t>
                      </a:r>
                      <a:r>
                        <a:rPr lang="en-US" dirty="0" err="1"/>
                        <a:t>Parit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70451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Akash R. Jadhao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208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40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0D14156-18D1-EC7D-36E1-86BDE6762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8" y="0"/>
            <a:ext cx="5334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2DF30F-0496-C6F1-5FE5-DA282D176620}"/>
              </a:ext>
            </a:extLst>
          </p:cNvPr>
          <p:cNvSpPr txBox="1"/>
          <p:nvPr/>
        </p:nvSpPr>
        <p:spPr>
          <a:xfrm>
            <a:off x="5423877" y="406393"/>
            <a:ext cx="67681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Introduction:</a:t>
            </a:r>
            <a:r>
              <a:rPr lang="en-IN" sz="2400" dirty="0"/>
              <a:t> </a:t>
            </a:r>
          </a:p>
          <a:p>
            <a:endParaRPr lang="en-IN" sz="2400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3E322BB-A775-4629-5C47-4026893CE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6757" y="1199890"/>
            <a:ext cx="676812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feels more natural and easier to use, especially compared to regular switches or remotes.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kind of control is becoming very important in today’s smart systems, like smart homes and devices that help people with disabilities.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helps in situations where we don’t want to touch anything, like for hygiene or convenience.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our project, we show how you can turn an LED on or off just by moving your hand in front of a sensor.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 gesture control lets us use simple hand movements to control electronic devices—no need to press buttons.</a:t>
            </a:r>
          </a:p>
        </p:txBody>
      </p:sp>
    </p:spTree>
    <p:extLst>
      <p:ext uri="{BB962C8B-B14F-4D97-AF65-F5344CB8AC3E}">
        <p14:creationId xmlns:p14="http://schemas.microsoft.com/office/powerpoint/2010/main" val="133431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B8D2C2-8D65-B6AC-0626-8924BF69F447}"/>
              </a:ext>
            </a:extLst>
          </p:cNvPr>
          <p:cNvSpPr txBox="1"/>
          <p:nvPr/>
        </p:nvSpPr>
        <p:spPr>
          <a:xfrm>
            <a:off x="218831" y="14358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Objective:-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FA179-01D6-88E3-51C6-732A02CE9BF3}"/>
              </a:ext>
            </a:extLst>
          </p:cNvPr>
          <p:cNvSpPr txBox="1"/>
          <p:nvPr/>
        </p:nvSpPr>
        <p:spPr>
          <a:xfrm>
            <a:off x="504092" y="1069762"/>
            <a:ext cx="111838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 To design and build a simple system that turns an LED on or off using just hand gestures.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 The goal is to allow people to interact with electronic devices in a more natural and touch-free way.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  The system will detect hand movements using a camera or sensor, like a webcam or ultrasonic/IR sensor.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   When a specific gesture is recognized, it sends a signal to control the LED in real time.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This project explores how gesture recognition can be used for smart and contactless control systems.</a:t>
            </a:r>
          </a:p>
        </p:txBody>
      </p:sp>
    </p:spTree>
    <p:extLst>
      <p:ext uri="{BB962C8B-B14F-4D97-AF65-F5344CB8AC3E}">
        <p14:creationId xmlns:p14="http://schemas.microsoft.com/office/powerpoint/2010/main" val="1607369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830FB3-17C4-F6A7-2E1A-CC3A8B5246B8}"/>
              </a:ext>
            </a:extLst>
          </p:cNvPr>
          <p:cNvSpPr txBox="1"/>
          <p:nvPr/>
        </p:nvSpPr>
        <p:spPr>
          <a:xfrm>
            <a:off x="164123" y="14358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Components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E5D10-CF45-2B8F-24E3-84D0D9552A1D}"/>
              </a:ext>
            </a:extLst>
          </p:cNvPr>
          <p:cNvSpPr txBox="1"/>
          <p:nvPr/>
        </p:nvSpPr>
        <p:spPr>
          <a:xfrm>
            <a:off x="508000" y="889843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Arduino UNO</a:t>
            </a:r>
            <a:br>
              <a:rPr lang="en-US" dirty="0"/>
            </a:br>
            <a:r>
              <a:rPr lang="en-US" dirty="0"/>
              <a:t>This is the brain of our project. It processes the signals from the camera and controls the LED based on the detected gestures.</a:t>
            </a:r>
          </a:p>
          <a:p>
            <a:pPr>
              <a:buNone/>
            </a:pPr>
            <a:r>
              <a:rPr lang="en-US" b="1" dirty="0"/>
              <a:t>2. Camera</a:t>
            </a:r>
            <a:br>
              <a:rPr lang="en-US" dirty="0"/>
            </a:br>
            <a:r>
              <a:rPr lang="en-US" dirty="0"/>
              <a:t>The camera captures the hand gestures. It sends the video feed to the system for processing and recognizing different hand movements.</a:t>
            </a:r>
          </a:p>
          <a:p>
            <a:pPr>
              <a:buNone/>
            </a:pPr>
            <a:r>
              <a:rPr lang="en-US" b="1" dirty="0"/>
              <a:t>3. LEDs</a:t>
            </a:r>
            <a:br>
              <a:rPr lang="en-US" dirty="0"/>
            </a:br>
            <a:r>
              <a:rPr lang="en-US" dirty="0"/>
              <a:t>These are the output devices. They light up or turn off based on the hand gestures detected—acting as the final visual result of our control system.</a:t>
            </a:r>
          </a:p>
          <a:p>
            <a:pPr>
              <a:buNone/>
            </a:pPr>
            <a:r>
              <a:rPr lang="en-US" b="1" dirty="0"/>
              <a:t>4. Resistors, Jumper Wires, Breadboard</a:t>
            </a:r>
            <a:br>
              <a:rPr lang="en-US" dirty="0"/>
            </a:br>
            <a:r>
              <a:rPr lang="en-US" dirty="0"/>
              <a:t>These basic components help connect everything together safely and neatly. The resistors protect the LEDs, and the breadboard helps in building the circuit without soldering.</a:t>
            </a:r>
          </a:p>
          <a:p>
            <a:r>
              <a:rPr lang="en-US" b="1" dirty="0"/>
              <a:t>5. Power Supply</a:t>
            </a:r>
            <a:br>
              <a:rPr lang="en-US" dirty="0"/>
            </a:br>
            <a:r>
              <a:rPr lang="en-US" dirty="0"/>
              <a:t>It provides the necessary electrical power to the Arduino and the rest of the circuit to make everything work.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5F86AD-DD8F-B604-53EB-616BCEF6C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407" y="1713404"/>
            <a:ext cx="4105683" cy="31967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8762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FC5A-58F8-2A3B-E2A4-B7ED3CDC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Block Diagram</a:t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6EE2EC-159A-0C3A-FC1E-049803A8B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542" y="1567715"/>
            <a:ext cx="8869703" cy="498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69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F021-A6FD-2E8E-F65A-AD98AD6B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🔧 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4EECC-AF4C-8851-31ED-709286409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camera watches your hand and notices how it moves or what shape it makes (gesture).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That image or movement is sent to a microcontroller (like the brain of the system).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microcontroller understands the gesture and decides what to 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Based on the gesture, it turns the LED </a:t>
            </a:r>
            <a:r>
              <a:rPr lang="en-US" b="1" dirty="0"/>
              <a:t>ON</a:t>
            </a:r>
            <a:r>
              <a:rPr lang="en-US" dirty="0"/>
              <a:t> or </a:t>
            </a:r>
            <a:r>
              <a:rPr lang="en-US" b="1" dirty="0"/>
              <a:t>OFF</a:t>
            </a:r>
            <a:r>
              <a:rPr lang="en-US" dirty="0"/>
              <a:t> — just like giving it a signal without touching anything!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334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CF48-0241-0B4B-868A-16FFE8D34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Circuit Diagram: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9D44DE-6399-46F4-CDF5-769522334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970" y="1559902"/>
            <a:ext cx="5924060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134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34C8240-6AAF-E0D1-BED9-75021050D1D5}"/>
              </a:ext>
            </a:extLst>
          </p:cNvPr>
          <p:cNvSpPr txBox="1"/>
          <p:nvPr/>
        </p:nvSpPr>
        <p:spPr>
          <a:xfrm>
            <a:off x="703384" y="734646"/>
            <a:ext cx="866726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We successfully demonstrated how hand gestures can turn an LED </a:t>
            </a:r>
            <a:r>
              <a:rPr lang="en-US" sz="2000" b="1" dirty="0"/>
              <a:t>ON</a:t>
            </a:r>
            <a:r>
              <a:rPr lang="en-US" sz="2000" dirty="0"/>
              <a:t> and </a:t>
            </a:r>
            <a:r>
              <a:rPr lang="en-US" sz="2000" b="1" dirty="0"/>
              <a:t>OFF</a:t>
            </a:r>
            <a:r>
              <a:rPr lang="en-US" sz="2000" dirty="0"/>
              <a:t> without touching anything.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camera or sensor detects specific hand movements (like open palm = ON, closed fist = OFF).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system then sends signals to the LED circuit to perform the required action.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LED turns ON when hand is shown.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LED turns OFF when fist is made.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You can also include a short clip or step-by-step image of the gesture-to-LED process.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Success Rate</a:t>
            </a:r>
            <a:r>
              <a:rPr lang="en-US" sz="2000" dirty="0"/>
              <a:t>: Around </a:t>
            </a:r>
            <a:r>
              <a:rPr lang="en-US" sz="2000" b="1" dirty="0"/>
              <a:t>95%</a:t>
            </a:r>
            <a:r>
              <a:rPr lang="en-US" sz="2000" dirty="0"/>
              <a:t> accuracy in detecting gestures.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Response Time</a:t>
            </a:r>
            <a:r>
              <a:rPr lang="en-US" sz="2000" dirty="0"/>
              <a:t>: LED responds in </a:t>
            </a:r>
            <a:r>
              <a:rPr lang="en-US" sz="2000" b="1" dirty="0"/>
              <a:t>under 1 second</a:t>
            </a:r>
            <a:r>
              <a:rPr lang="en-US" sz="2000" dirty="0"/>
              <a:t> after the gesture is detected.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Works best in </a:t>
            </a:r>
            <a:r>
              <a:rPr lang="en-US" sz="2000" b="1" dirty="0"/>
              <a:t>good lighting conditions</a:t>
            </a:r>
            <a:r>
              <a:rPr lang="en-US" sz="2000" dirty="0"/>
              <a:t> and with </a:t>
            </a:r>
            <a:r>
              <a:rPr lang="en-US" sz="2000" b="1" dirty="0"/>
              <a:t>clear gestures</a:t>
            </a:r>
            <a:r>
              <a:rPr lang="en-US" sz="20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93090-6781-97BF-CB15-F129BED73193}"/>
              </a:ext>
            </a:extLst>
          </p:cNvPr>
          <p:cNvSpPr txBox="1"/>
          <p:nvPr/>
        </p:nvSpPr>
        <p:spPr>
          <a:xfrm>
            <a:off x="484555" y="2246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🟢 Output &amp; 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DD640-E89E-5064-68CA-6B2D3F5D915D}"/>
              </a:ext>
            </a:extLst>
          </p:cNvPr>
          <p:cNvSpPr txBox="1"/>
          <p:nvPr/>
        </p:nvSpPr>
        <p:spPr>
          <a:xfrm>
            <a:off x="484555" y="27438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🔍 Visual Proof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A1CE3E-F100-DE58-D67A-C0EEBACB2464}"/>
              </a:ext>
            </a:extLst>
          </p:cNvPr>
          <p:cNvSpPr txBox="1"/>
          <p:nvPr/>
        </p:nvSpPr>
        <p:spPr>
          <a:xfrm>
            <a:off x="484555" y="48468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📊 Performance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F3C4B9-ED23-7DCE-06E1-EAC3F2823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79" t="20741" r="9972" b="35385"/>
          <a:stretch/>
        </p:blipFill>
        <p:spPr>
          <a:xfrm>
            <a:off x="8885321" y="2712577"/>
            <a:ext cx="3112062" cy="22606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38085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F1C73A-576C-3498-0927-BB450031B640}"/>
              </a:ext>
            </a:extLst>
          </p:cNvPr>
          <p:cNvSpPr txBox="1"/>
          <p:nvPr/>
        </p:nvSpPr>
        <p:spPr>
          <a:xfrm>
            <a:off x="1563077" y="1250461"/>
            <a:ext cx="90658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Smart Home Automation:</a:t>
            </a:r>
            <a:br>
              <a:rPr lang="en-US" dirty="0"/>
            </a:br>
            <a:r>
              <a:rPr lang="en-US" dirty="0"/>
              <a:t>Control lights or appliances in your home simply by using hand gestures, without needing physical switches or remotes.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Assistive Technology for Disabled Individuals:</a:t>
            </a:r>
            <a:br>
              <a:rPr lang="en-US" dirty="0"/>
            </a:br>
            <a:r>
              <a:rPr lang="en-US" dirty="0"/>
              <a:t>Helps people with limited mobility control lights easily, improving their independence and quality of life.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Interactive Displays or Touchless Interfaces:</a:t>
            </a:r>
            <a:br>
              <a:rPr lang="en-US" dirty="0"/>
            </a:br>
            <a:r>
              <a:rPr lang="en-US" dirty="0"/>
              <a:t>Can be used in public places, museums, or kiosks for controlling screens or lights without touching anything – great for hygiene and accessibility.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B25BB-FDEC-A31E-DC54-FA898E917098}"/>
              </a:ext>
            </a:extLst>
          </p:cNvPr>
          <p:cNvSpPr txBox="1"/>
          <p:nvPr/>
        </p:nvSpPr>
        <p:spPr>
          <a:xfrm>
            <a:off x="203199" y="3858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Applications:- </a:t>
            </a:r>
          </a:p>
        </p:txBody>
      </p:sp>
    </p:spTree>
    <p:extLst>
      <p:ext uri="{BB962C8B-B14F-4D97-AF65-F5344CB8AC3E}">
        <p14:creationId xmlns:p14="http://schemas.microsoft.com/office/powerpoint/2010/main" val="2278355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A40E1E-67B2-CF8D-E4F5-EC71C27B3EE3}"/>
              </a:ext>
            </a:extLst>
          </p:cNvPr>
          <p:cNvSpPr txBox="1"/>
          <p:nvPr/>
        </p:nvSpPr>
        <p:spPr>
          <a:xfrm>
            <a:off x="3243381" y="2454030"/>
            <a:ext cx="472597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latin typeface="Algerian" panose="04020705040A02060702" pitchFamily="82" charset="0"/>
              </a:rPr>
              <a:t>THANK YOU</a:t>
            </a:r>
            <a:endParaRPr lang="en-IN" sz="6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061570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</TotalTime>
  <Words>737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Algerian</vt:lpstr>
      <vt:lpstr>Arial</vt:lpstr>
      <vt:lpstr>Baskerville Old Face</vt:lpstr>
      <vt:lpstr>Calibri</vt:lpstr>
      <vt:lpstr>Calibri Light</vt:lpstr>
      <vt:lpstr>Garamond</vt:lpstr>
      <vt:lpstr>Trebuchet MS</vt:lpstr>
      <vt:lpstr>Wingdings 3</vt:lpstr>
      <vt:lpstr>Office Theme</vt:lpstr>
      <vt:lpstr>Organic</vt:lpstr>
      <vt:lpstr>Facet</vt:lpstr>
      <vt:lpstr>PowerPoint Presentation</vt:lpstr>
      <vt:lpstr>PowerPoint Presentation</vt:lpstr>
      <vt:lpstr>PowerPoint Presentation</vt:lpstr>
      <vt:lpstr>PowerPoint Presentation</vt:lpstr>
      <vt:lpstr>Block Diagram </vt:lpstr>
      <vt:lpstr>🔧 Working Principle</vt:lpstr>
      <vt:lpstr>Circuit Diagram: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Jain</dc:creator>
  <cp:lastModifiedBy>Akash Jadhao</cp:lastModifiedBy>
  <cp:revision>4</cp:revision>
  <dcterms:created xsi:type="dcterms:W3CDTF">2025-04-02T18:43:34Z</dcterms:created>
  <dcterms:modified xsi:type="dcterms:W3CDTF">2025-05-07T20:43:35Z</dcterms:modified>
</cp:coreProperties>
</file>